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55494" y="4502506"/>
            <a:ext cx="5120640" cy="512064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33779" y="5424221"/>
            <a:ext cx="3277210" cy="3277210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33865" y="-2545690"/>
            <a:ext cx="5303520" cy="530352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5" name="Shape 3"/>
          <p:cNvSpPr/>
          <p:nvPr/>
        </p:nvSpPr>
        <p:spPr>
          <a:xfrm>
            <a:off x="10494569" y="-1484986"/>
            <a:ext cx="3182112" cy="3182112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VERSIONING AND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0122" y="5427878"/>
            <a:ext cx="3108960" cy="310896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-870509" y="5987491"/>
            <a:ext cx="1989734" cy="1989734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70134" y="-1404518"/>
            <a:ext cx="2926080" cy="292608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5" name="Shape 3"/>
          <p:cNvSpPr/>
          <p:nvPr/>
        </p:nvSpPr>
        <p:spPr>
          <a:xfrm>
            <a:off x="11255350" y="-819302"/>
            <a:ext cx="1755648" cy="1755648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981425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frequently lose earlier versions of important files when a document is overwritten or accidentally modified.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backup practices (copy-pasting files, renaming with dates) are tedious, inconsistent and error-prone.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systems provide no built-in way to track, compare, or restore previous versions of a file.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centralized record of who changed a file, when it changed, or what changed.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Recovering an older version after data loss or a mistaken edit is often difficult or impossible.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0122" y="5427878"/>
            <a:ext cx="3108960" cy="310896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-870509" y="5987491"/>
            <a:ext cx="1989734" cy="1989734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70134" y="-1404518"/>
            <a:ext cx="2926080" cy="292608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5" name="Shape 3"/>
          <p:cNvSpPr/>
          <p:nvPr/>
        </p:nvSpPr>
        <p:spPr>
          <a:xfrm>
            <a:off x="11255350" y="-819302"/>
            <a:ext cx="1755648" cy="1755648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981425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are stored and edited directly, with each save overwriting the previous copy.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Backups, when taken, are manual and stored as separate duplicate files or folders.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General-purpose cloud sync tools offer limited, coarse-grained version history.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metadata (timestamps, version numbers, change notes) is maintained for versions.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Restoring an earlier version requires manually locating and replacing the current file, with no comparison support.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grows uncontrolled since old, unused backups are never automatically cleaned up.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0122" y="5427878"/>
            <a:ext cx="3108960" cy="310896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-870509" y="5987491"/>
            <a:ext cx="1989734" cy="1989734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70134" y="-1404518"/>
            <a:ext cx="2926080" cy="292608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5" name="Shape 3"/>
          <p:cNvSpPr/>
          <p:nvPr/>
        </p:nvSpPr>
        <p:spPr>
          <a:xfrm>
            <a:off x="11255350" y="-819302"/>
            <a:ext cx="1755648" cy="1755648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981425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web-based File Versioning and Recovery System that automatically manages file history for the user.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upload or modification through the web interface is saved as a new, timestamped version.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Java backend handles the versioning logic, while MySQL stores version metadata and local storage holds the actual file contents.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view version history, compare versions, and restore any earlier version with one action.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configurable version limit automatically removes the oldest version once the limit is reached, keeping storage in check.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0122" y="5427878"/>
            <a:ext cx="3108960" cy="310896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-870509" y="5987491"/>
            <a:ext cx="1989734" cy="1989734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70134" y="-1404518"/>
            <a:ext cx="2926080" cy="292608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5" name="Shape 3"/>
          <p:cNvSpPr/>
          <p:nvPr/>
        </p:nvSpPr>
        <p:spPr>
          <a:xfrm>
            <a:off x="11255350" y="-819302"/>
            <a:ext cx="1755648" cy="1755648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981425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create a new version whenever a file is uploaded or modified.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a complete, chronological version history for every file.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users to compare different versions of the same file.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quick, reliable restoration of any previous version.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a version limit per file, removing the oldest version when the limit is exceeded.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simple, intuitive web interface for all versioning operations.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0122" y="5427878"/>
            <a:ext cx="3108960" cy="310896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-870509" y="5987491"/>
            <a:ext cx="1989734" cy="1989734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70134" y="-1404518"/>
            <a:ext cx="2926080" cy="292608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5" name="Shape 3"/>
          <p:cNvSpPr/>
          <p:nvPr/>
        </p:nvSpPr>
        <p:spPr>
          <a:xfrm>
            <a:off x="11255350" y="-819302"/>
            <a:ext cx="1755648" cy="1755648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981425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scope: web-based upload, modification, versioning, comparison and restoration of files for individual users.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scope: storage of file version data in MySQL and actual file versions in local file storage.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scope: automatic enforcement of a maximum number of retained versions per file.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 real-time multi-user collaborative editing of the same file.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 distributed or cloud-based storage infrastructure (planned as future enhancement).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scope: native mobile application (current delivery is web-only).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0122" y="5427878"/>
            <a:ext cx="3108960" cy="310896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-870509" y="5987491"/>
            <a:ext cx="1989734" cy="1989734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70134" y="-1404518"/>
            <a:ext cx="2926080" cy="292608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5" name="Shape 3"/>
          <p:cNvSpPr/>
          <p:nvPr/>
        </p:nvSpPr>
        <p:spPr>
          <a:xfrm>
            <a:off x="11255350" y="-819302"/>
            <a:ext cx="1755648" cy="1755648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IDENTIFICATION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981425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(Web Interface): HTML, CSS and JavaScript for file upload, modification and version operations.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(Business Logic): Java, responsible for handling requests, versioning rules and coordinating storage.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MySQL, used to store file information and version metadata (name, timestamp, size, version number).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Storage: Local file storage system, used to save and retrieve the actual content of each file version.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Communication: The frontend sends requests to the backend and receives responses over standard web protocols.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0122" y="5427878"/>
            <a:ext cx="3108960" cy="310896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-870509" y="5987491"/>
            <a:ext cx="1989734" cy="1989734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70134" y="-1404518"/>
            <a:ext cx="2926080" cy="292608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5" name="Shape 3"/>
          <p:cNvSpPr/>
          <p:nvPr/>
        </p:nvSpPr>
        <p:spPr>
          <a:xfrm>
            <a:off x="11255350" y="-819302"/>
            <a:ext cx="1755648" cy="1755648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ARCHITECTURE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Versioning and Recovery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uploads, modifies files and performs version operations through the web interface.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(HTML / CSS / JavaScript): presents the web interface and sends requests to the backend.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(Java): contains the business logic and the Version Management module.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Management: creates new versions, maintains version history, compares versions, restores earlier versions, and enforces the version limit by removing the oldest version.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Database: stores file information and version details.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File Storage: stores the actual file versions.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30122" y="5427878"/>
            <a:ext cx="3108960" cy="310896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-870509" y="5987491"/>
            <a:ext cx="1989734" cy="1989734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70134" y="-1404518"/>
            <a:ext cx="2926080" cy="292608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5" name="Shape 3"/>
          <p:cNvSpPr/>
          <p:nvPr/>
        </p:nvSpPr>
        <p:spPr>
          <a:xfrm>
            <a:off x="11255350" y="-819302"/>
            <a:ext cx="1755648" cy="1755648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pic>
        <p:nvPicPr>
          <p:cNvPr id="6" name="Image 0" descr="/mnt/user-data/uploads/ChatGPT_Image_Sep_17__2026__09_09_45_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502920"/>
            <a:ext cx="87782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55494" y="4502506"/>
            <a:ext cx="5120640" cy="512064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33779" y="5424221"/>
            <a:ext cx="3277210" cy="3277210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33865" y="-2545690"/>
            <a:ext cx="5303520" cy="5303520"/>
          </a:xfrm>
          <a:prstGeom prst="ellipse">
            <a:avLst/>
          </a:prstGeom>
          <a:solidFill>
            <a:srgbClr val="0B2247"/>
          </a:solidFill>
          <a:ln/>
        </p:spPr>
      </p:sp>
      <p:sp>
        <p:nvSpPr>
          <p:cNvPr id="5" name="Shape 3"/>
          <p:cNvSpPr/>
          <p:nvPr/>
        </p:nvSpPr>
        <p:spPr>
          <a:xfrm>
            <a:off x="10494569" y="-1484986"/>
            <a:ext cx="3182112" cy="3182112"/>
          </a:xfrm>
          <a:prstGeom prst="ellipse">
            <a:avLst/>
          </a:prstGeom>
          <a:solidFill>
            <a:srgbClr val="1D5AA8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346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3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2026-09-17T15:43:00Z</dcterms:created>
  <dcterms:modified xsi:type="dcterms:W3CDTF">2026-09-17T15:43:00Z</dcterms:modified>
</cp:coreProperties>
</file>