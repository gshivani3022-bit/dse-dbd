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-307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756B14-C6B8-4FC3-B44E-41AF14D8EFCB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AFD14-C937-4B42-B001-737F11D7D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690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0"/>
            <a:ext cx="548640" cy="5486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-228600"/>
            <a:ext cx="1005840" cy="10058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-457200"/>
            <a:ext cx="1463040" cy="14630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-685800"/>
            <a:ext cx="1920240" cy="19202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70248" y="685800"/>
            <a:ext cx="3657600" cy="384048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70248" y="6858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645920"/>
            <a:ext cx="10360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Versioning and</a:t>
            </a:r>
            <a:endParaRPr lang="en-US" sz="4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System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1012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Track. Compare. Recover.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7947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to store, track, compare and recover every version of a file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798168" y="46177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271A42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81048" y="47274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Neeharika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981048" y="50566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1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2520090233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69968" y="46177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271A42"/>
          </a:solidFill>
          <a:ln w="12700">
            <a:solidFill>
              <a:srgbClr val="D17F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52848" y="47274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Chakrika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52848" y="50566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1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2520090044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41768" y="46177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271A42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24648" y="47274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Shivani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24648" y="50566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1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2520090046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0"/>
            <a:ext cx="548640" cy="5486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-228600"/>
            <a:ext cx="1005840" cy="10058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-457200"/>
            <a:ext cx="1463040" cy="14630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-685800"/>
            <a:ext cx="1920240" cy="19202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84048"/>
            <a:ext cx="1965960" cy="347472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840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0020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frequently modified and updated, and every overwrite risks losing the work that came before it. Without a structured way to track changes, recovering an earlier version is left entirely to chance.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6309360" cy="1051560"/>
          </a:xfrm>
          <a:prstGeom prst="roundRect">
            <a:avLst>
              <a:gd name="adj" fmla="val 6957"/>
            </a:avLst>
          </a:prstGeom>
          <a:solidFill>
            <a:srgbClr val="271A42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898648"/>
            <a:ext cx="310896" cy="310896"/>
          </a:xfrm>
          <a:prstGeom prst="roundRect">
            <a:avLst>
              <a:gd name="adj" fmla="val 17647"/>
            </a:avLst>
          </a:prstGeom>
          <a:ln w="15875">
            <a:solidFill>
              <a:srgbClr val="4DD9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803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loss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300984"/>
            <a:ext cx="5797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file is overwritten, the previous version may be lost permanently.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6309360" cy="1051560"/>
          </a:xfrm>
          <a:prstGeom prst="roundRect">
            <a:avLst>
              <a:gd name="adj" fmla="val 6957"/>
            </a:avLst>
          </a:prstGeom>
          <a:solidFill>
            <a:srgbClr val="271A42"/>
          </a:solidFill>
          <a:ln w="15875">
            <a:solidFill>
              <a:srgbClr val="D17F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087368"/>
            <a:ext cx="310896" cy="310896"/>
          </a:xfrm>
          <a:prstGeom prst="roundRect">
            <a:avLst>
              <a:gd name="adj" fmla="val 17647"/>
            </a:avLst>
          </a:prstGeom>
          <a:ln w="15875">
            <a:solidFill>
              <a:srgbClr val="D17F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1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0690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chaos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4489704"/>
            <a:ext cx="5797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multiple manually-named copies of the same file is confusing and error-prone.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5074920"/>
            <a:ext cx="6309360" cy="1051560"/>
          </a:xfrm>
          <a:prstGeom prst="roundRect">
            <a:avLst>
              <a:gd name="adj" fmla="val 6957"/>
            </a:avLst>
          </a:prstGeom>
          <a:solidFill>
            <a:srgbClr val="271A42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5276088"/>
            <a:ext cx="310896" cy="310896"/>
          </a:xfrm>
          <a:prstGeom prst="roundRect">
            <a:avLst>
              <a:gd name="adj" fmla="val 17647"/>
            </a:avLst>
          </a:prstGeom>
          <a:ln w="15875">
            <a:solidFill>
              <a:srgbClr val="4DD9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5257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2578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 path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5678424"/>
            <a:ext cx="5797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difficult to track down and restore an older version once changes are made.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086600" y="1600200"/>
            <a:ext cx="4645152" cy="4434840"/>
          </a:xfrm>
          <a:prstGeom prst="roundRect">
            <a:avLst>
              <a:gd name="adj" fmla="val 2062"/>
            </a:avLst>
          </a:prstGeom>
          <a:solidFill>
            <a:srgbClr val="231A3C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Today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2423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overwrite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2926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enough to permanently erase earlier work with no undo path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36576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copies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4160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only workaround most users rely on today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0" y="48920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1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53949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way to compare or recover an older version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Versioning &amp; Recovery System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0"/>
            <a:ext cx="548640" cy="5486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-228600"/>
            <a:ext cx="1005840" cy="10058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-457200"/>
            <a:ext cx="1463040" cy="14630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-685800"/>
            <a:ext cx="1920240" cy="19202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84048"/>
            <a:ext cx="1965960" cy="347472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840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GOALS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sets out to achieve, mapped to the problems identified above.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271A42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286000"/>
            <a:ext cx="384048" cy="384048"/>
          </a:xfrm>
          <a:prstGeom prst="ellipse">
            <a:avLst/>
          </a:prstGeom>
          <a:ln w="15875">
            <a:solidFill>
              <a:srgbClr val="4DD9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761488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version history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072384"/>
            <a:ext cx="4928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past version of a file rather than overwriting it.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210312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271A42"/>
          </a:solidFill>
          <a:ln w="15875">
            <a:solidFill>
              <a:srgbClr val="D17F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64808" y="2286000"/>
            <a:ext cx="384048" cy="384048"/>
          </a:xfrm>
          <a:prstGeom prst="ellipse">
            <a:avLst/>
          </a:prstGeom>
          <a:ln w="15875">
            <a:solidFill>
              <a:srgbClr val="D17F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4808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1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19672" y="2761488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data loss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3072384"/>
            <a:ext cx="4928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previous file versions are never lost when a file changes.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271A42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840480"/>
            <a:ext cx="384048" cy="384048"/>
          </a:xfrm>
          <a:prstGeom prst="ellipse">
            <a:avLst/>
          </a:prstGeom>
          <a:ln w="15875">
            <a:solidFill>
              <a:srgbClr val="4DD9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4315968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history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4626864"/>
            <a:ext cx="4928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full history of edits in a clear, structured way.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365760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271A42"/>
          </a:solidFill>
          <a:ln w="15875">
            <a:solidFill>
              <a:srgbClr val="D17F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64808" y="3840480"/>
            <a:ext cx="384048" cy="384048"/>
          </a:xfrm>
          <a:prstGeom prst="ellipse">
            <a:avLst/>
          </a:prstGeom>
          <a:ln w="15875">
            <a:solidFill>
              <a:srgbClr val="D17F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6480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1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19672" y="4315968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version details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519672" y="4626864"/>
            <a:ext cx="4928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inspect version number, date and modification info.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521208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271A42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" y="5394960"/>
            <a:ext cx="384048" cy="384048"/>
          </a:xfrm>
          <a:prstGeom prst="ellipse">
            <a:avLst/>
          </a:prstGeom>
          <a:ln w="15875">
            <a:solidFill>
              <a:srgbClr val="4DD9C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8368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5870448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versions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713232" y="6181344"/>
            <a:ext cx="4928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differences between two chosen versions of a file.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521208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271A42"/>
          </a:solidFill>
          <a:ln w="15875">
            <a:solidFill>
              <a:srgbClr val="D17F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64808" y="5394960"/>
            <a:ext cx="384048" cy="384048"/>
          </a:xfrm>
          <a:prstGeom prst="ellipse">
            <a:avLst/>
          </a:prstGeom>
          <a:ln w="15875">
            <a:solidFill>
              <a:srgbClr val="D17F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64808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1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519672" y="5870448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recovery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6519672" y="6181344"/>
            <a:ext cx="4928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an earlier version, and cap storage with a version limit.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Versioning &amp; Recovery System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0"/>
            <a:ext cx="548640" cy="5486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-228600"/>
            <a:ext cx="1005840" cy="10058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-457200"/>
            <a:ext cx="1463040" cy="14630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-685800"/>
            <a:ext cx="1920240" cy="19202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84048"/>
            <a:ext cx="1965960" cy="347472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840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APPROACH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stores a new version whenever a file is modified, instead of directly replacing the previous version.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271A42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231343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Lifecycle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2679192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version whenever a file is modified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complete version history of a file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detailed information about a specific version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different versions of a file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an earlier version when required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2148840"/>
            <a:ext cx="5468112" cy="2331720"/>
          </a:xfrm>
          <a:prstGeom prst="roundRect">
            <a:avLst>
              <a:gd name="adj" fmla="val 3137"/>
            </a:avLst>
          </a:prstGeom>
          <a:solidFill>
            <a:srgbClr val="271A42"/>
          </a:solidFill>
          <a:ln w="15875">
            <a:solidFill>
              <a:srgbClr val="D17F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01384" y="2313432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Organization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01384" y="2679192"/>
            <a:ext cx="50109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Organized, structured file storage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maximum number of versions per file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remove the oldest version once the limit is reached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storage usage predictable over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11277295" cy="1234440"/>
          </a:xfrm>
          <a:prstGeom prst="roundRect">
            <a:avLst>
              <a:gd name="adj" fmla="val 7407"/>
            </a:avLst>
          </a:prstGeom>
          <a:solidFill>
            <a:srgbClr val="231A3C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193792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modified  →  new version created  →  previous version kept in history  →  limit check  →  oldest version auto-removed if over the cap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Versioning &amp; Recovery System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0"/>
            <a:ext cx="548640" cy="5486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-228600"/>
            <a:ext cx="1005840" cy="10058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-457200"/>
            <a:ext cx="1463040" cy="14630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-685800"/>
            <a:ext cx="1920240" cy="19202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84048"/>
            <a:ext cx="1965960" cy="347472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840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DESIGN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6949440" cy="841248"/>
          </a:xfrm>
          <a:prstGeom prst="roundRect">
            <a:avLst>
              <a:gd name="adj" fmla="val 8696"/>
            </a:avLst>
          </a:prstGeom>
          <a:solidFill>
            <a:srgbClr val="271A42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1691640"/>
            <a:ext cx="6510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76656" y="2020824"/>
            <a:ext cx="6510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Uploads, modifies, views, compares and restores files.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4231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1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679192"/>
            <a:ext cx="6949440" cy="841248"/>
          </a:xfrm>
          <a:prstGeom prst="roundRect">
            <a:avLst>
              <a:gd name="adj" fmla="val 8696"/>
            </a:avLst>
          </a:prstGeom>
          <a:solidFill>
            <a:srgbClr val="271A42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" y="2770632"/>
            <a:ext cx="6510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HTML, CSS, JavaScript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" y="3099816"/>
            <a:ext cx="6510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for browsing files, folders, versions and settings.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50215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1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758184"/>
            <a:ext cx="6949440" cy="841248"/>
          </a:xfrm>
          <a:prstGeom prst="roundRect">
            <a:avLst>
              <a:gd name="adj" fmla="val 8696"/>
            </a:avLst>
          </a:prstGeom>
          <a:solidFill>
            <a:srgbClr val="271A42"/>
          </a:solidFill>
          <a:ln w="15875">
            <a:solidFill>
              <a:srgbClr val="D17F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" y="3849624"/>
            <a:ext cx="6510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Java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76656" y="4178808"/>
            <a:ext cx="6510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logic: version creation, comparison and recovery.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5811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1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837176"/>
            <a:ext cx="6949440" cy="841248"/>
          </a:xfrm>
          <a:prstGeom prst="roundRect">
            <a:avLst>
              <a:gd name="adj" fmla="val 8696"/>
            </a:avLst>
          </a:prstGeom>
          <a:solidFill>
            <a:srgbClr val="271A42"/>
          </a:solidFill>
          <a:ln w="15875">
            <a:solidFill>
              <a:srgbClr val="D17F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" y="4928616"/>
            <a:ext cx="6510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+ Local File Storage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76656" y="5257800"/>
            <a:ext cx="6510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file &amp; version metadata, and the physical version files.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18120" y="1600200"/>
            <a:ext cx="3916375" cy="4160520"/>
          </a:xfrm>
          <a:prstGeom prst="roundRect">
            <a:avLst>
              <a:gd name="adj" fmla="val 2335"/>
            </a:avLst>
          </a:prstGeom>
          <a:solidFill>
            <a:srgbClr val="231A3C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1783080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2240280"/>
            <a:ext cx="345917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backend owns all version creation, comparison and recovery logic.</a:t>
            </a:r>
            <a:endParaRPr lang="en-US" sz="11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stores file &amp; version metadata separately from the physical file content.</a:t>
            </a:r>
            <a:endParaRPr lang="en-US" sz="11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 storage keeps a physical copy of every retained version.</a:t>
            </a:r>
            <a:endParaRPr lang="en-US" sz="11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version-limit rule automatically removes the oldest version once the cap is reached.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Versioning &amp; Recovery System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0"/>
            <a:ext cx="548640" cy="5486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-228600"/>
            <a:ext cx="1005840" cy="10058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-457200"/>
            <a:ext cx="1463040" cy="14630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-685800"/>
            <a:ext cx="1920240" cy="19202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84048"/>
            <a:ext cx="1965960" cy="347472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840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CAPABILITIES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/ Functionalities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3502152" cy="1600200"/>
          </a:xfrm>
          <a:prstGeom prst="roundRect">
            <a:avLst>
              <a:gd name="adj" fmla="val 4571"/>
            </a:avLst>
          </a:prstGeom>
          <a:solidFill>
            <a:srgbClr val="271A42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011680"/>
            <a:ext cx="384048" cy="384048"/>
          </a:xfrm>
          <a:prstGeom prst="ellipse">
            <a:avLst/>
          </a:prstGeom>
          <a:ln w="15875">
            <a:solidFill>
              <a:srgbClr val="4DD9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487168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Management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798064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files, create new versions, and manage every stored file.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51960" y="1828800"/>
            <a:ext cx="3502152" cy="1600200"/>
          </a:xfrm>
          <a:prstGeom prst="roundRect">
            <a:avLst>
              <a:gd name="adj" fmla="val 4571"/>
            </a:avLst>
          </a:prstGeom>
          <a:solidFill>
            <a:srgbClr val="271A42"/>
          </a:solidFill>
          <a:ln w="15875">
            <a:solidFill>
              <a:srgbClr val="D17F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53128" y="2011680"/>
            <a:ext cx="384048" cy="384048"/>
          </a:xfrm>
          <a:prstGeom prst="ellipse">
            <a:avLst/>
          </a:prstGeom>
          <a:ln w="15875">
            <a:solidFill>
              <a:srgbClr val="D17F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5312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1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07992" y="2487168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07992" y="2798064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available versions with number, date and time.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1828800"/>
            <a:ext cx="3502152" cy="1600200"/>
          </a:xfrm>
          <a:prstGeom prst="roundRect">
            <a:avLst>
              <a:gd name="adj" fmla="val 4571"/>
            </a:avLst>
          </a:prstGeom>
          <a:solidFill>
            <a:srgbClr val="271A42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47888" y="2011680"/>
            <a:ext cx="384048" cy="384048"/>
          </a:xfrm>
          <a:prstGeom prst="ellipse">
            <a:avLst/>
          </a:prstGeom>
          <a:ln w="15875">
            <a:solidFill>
              <a:srgbClr val="4DD9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4788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302752" y="2487168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Comparison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302752" y="2798064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two versions and identify the changes between them.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54580" y="3703320"/>
            <a:ext cx="3502152" cy="1600200"/>
          </a:xfrm>
          <a:prstGeom prst="roundRect">
            <a:avLst>
              <a:gd name="adj" fmla="val 4571"/>
            </a:avLst>
          </a:prstGeom>
          <a:solidFill>
            <a:srgbClr val="271A42"/>
          </a:solidFill>
          <a:ln w="15875">
            <a:solidFill>
              <a:srgbClr val="D17F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5748" y="3886200"/>
            <a:ext cx="384048" cy="384048"/>
          </a:xfrm>
          <a:prstGeom prst="ellipse">
            <a:avLst/>
          </a:prstGeom>
          <a:ln w="15875">
            <a:solidFill>
              <a:srgbClr val="D17F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55748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1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610612" y="4361688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610612" y="4672584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older version and restore it as the current one.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49340" y="3703320"/>
            <a:ext cx="3502152" cy="1600200"/>
          </a:xfrm>
          <a:prstGeom prst="roundRect">
            <a:avLst>
              <a:gd name="adj" fmla="val 4571"/>
            </a:avLst>
          </a:prstGeom>
          <a:solidFill>
            <a:srgbClr val="271A42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0508" y="3886200"/>
            <a:ext cx="384048" cy="384048"/>
          </a:xfrm>
          <a:prstGeom prst="ellipse">
            <a:avLst/>
          </a:prstGeom>
          <a:ln w="15875">
            <a:solidFill>
              <a:srgbClr val="4DD9C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50508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05372" y="4361688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Limit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405372" y="4672584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 maximum number of versions and auto-remove the oldest.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Versioning &amp; Recovery System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0"/>
            <a:ext cx="548640" cy="5486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-228600"/>
            <a:ext cx="1005840" cy="10058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-457200"/>
            <a:ext cx="1463040" cy="14630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-685800"/>
            <a:ext cx="1920240" cy="19202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84048"/>
            <a:ext cx="1965960" cy="347472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840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FRONTEND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Design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sections of the FileGuard candidate-facing application.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3502152" cy="1600200"/>
          </a:xfrm>
          <a:prstGeom prst="roundRect">
            <a:avLst>
              <a:gd name="adj" fmla="val 4571"/>
            </a:avLst>
          </a:prstGeom>
          <a:solidFill>
            <a:srgbClr val="271A42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13055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478024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File, Create File, Recent Files, Managed Folders, Recent Activity.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51960" y="1965960"/>
            <a:ext cx="3502152" cy="1600200"/>
          </a:xfrm>
          <a:prstGeom prst="roundRect">
            <a:avLst>
              <a:gd name="adj" fmla="val 4571"/>
            </a:avLst>
          </a:prstGeom>
          <a:solidFill>
            <a:srgbClr val="271A42"/>
          </a:solidFill>
          <a:ln w="15875">
            <a:solidFill>
              <a:srgbClr val="D17F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53128" y="213055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Files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453128" y="2478024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every tracked file, its path and current version.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965960"/>
            <a:ext cx="3502152" cy="1600200"/>
          </a:xfrm>
          <a:prstGeom prst="roundRect">
            <a:avLst>
              <a:gd name="adj" fmla="val 4571"/>
            </a:avLst>
          </a:prstGeom>
          <a:solidFill>
            <a:srgbClr val="271A42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47888" y="213055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2478024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file modifications, new versions, date and time.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54580" y="3840480"/>
            <a:ext cx="3502152" cy="1600200"/>
          </a:xfrm>
          <a:prstGeom prst="roundRect">
            <a:avLst>
              <a:gd name="adj" fmla="val 4571"/>
            </a:avLst>
          </a:prstGeom>
          <a:solidFill>
            <a:srgbClr val="271A42"/>
          </a:solidFill>
          <a:ln w="15875">
            <a:solidFill>
              <a:srgbClr val="D17F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55748" y="400507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Folders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2555748" y="4352544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folders, folder path, file counts, add / remove.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49340" y="3840480"/>
            <a:ext cx="3502152" cy="1600200"/>
          </a:xfrm>
          <a:prstGeom prst="roundRect">
            <a:avLst>
              <a:gd name="adj" fmla="val 4571"/>
            </a:avLst>
          </a:prstGeom>
          <a:solidFill>
            <a:srgbClr val="271A42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0508" y="400507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350508" y="4352544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toggle, max versions, auto-removal, storage usage.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Versioning &amp; Recovery System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0"/>
            <a:ext cx="548640" cy="5486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-228600"/>
            <a:ext cx="1005840" cy="10058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-457200"/>
            <a:ext cx="1463040" cy="14630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-685800"/>
            <a:ext cx="1920240" cy="19202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84048"/>
            <a:ext cx="1965960" cy="347472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840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FRONTEND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Implementation — Screenshots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2337664" y="1545336"/>
            <a:ext cx="3584448" cy="1957556"/>
          </a:xfrm>
          <a:prstGeom prst="roundRect">
            <a:avLst>
              <a:gd name="adj" fmla="val 2336"/>
            </a:avLst>
          </a:prstGeom>
          <a:solidFill>
            <a:srgbClr val="271A42"/>
          </a:solidFill>
          <a:ln w="15875">
            <a:solidFill>
              <a:srgbClr val="4DD9C0"/>
            </a:solidFill>
            <a:prstDash val="solid"/>
          </a:ln>
        </p:spPr>
      </p:sp>
      <p:pic>
        <p:nvPicPr>
          <p:cNvPr id="10" name="Image 0" descr="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528" y="1600200"/>
            <a:ext cx="3474720" cy="184782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392528" y="34937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9584" y="1545336"/>
            <a:ext cx="3584448" cy="1957556"/>
          </a:xfrm>
          <a:prstGeom prst="roundRect">
            <a:avLst>
              <a:gd name="adj" fmla="val 2336"/>
            </a:avLst>
          </a:prstGeom>
          <a:solidFill>
            <a:srgbClr val="271A42"/>
          </a:solidFill>
          <a:ln w="15875">
            <a:solidFill>
              <a:srgbClr val="D17FE0"/>
            </a:solidFill>
            <a:prstDash val="solid"/>
          </a:ln>
        </p:spPr>
      </p:sp>
      <p:pic>
        <p:nvPicPr>
          <p:cNvPr id="13" name="Image 1" descr="myfi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8" y="1600200"/>
            <a:ext cx="3474720" cy="184782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324448" y="34937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Files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337664" y="3950948"/>
            <a:ext cx="3584448" cy="1957556"/>
          </a:xfrm>
          <a:prstGeom prst="roundRect">
            <a:avLst>
              <a:gd name="adj" fmla="val 2336"/>
            </a:avLst>
          </a:prstGeom>
          <a:solidFill>
            <a:srgbClr val="271A42"/>
          </a:solidFill>
          <a:ln w="15875">
            <a:solidFill>
              <a:srgbClr val="4DD9C0"/>
            </a:solidFill>
            <a:prstDash val="solid"/>
          </a:ln>
        </p:spPr>
      </p:sp>
      <p:pic>
        <p:nvPicPr>
          <p:cNvPr id="16" name="Image 2" descr="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2528" y="4005812"/>
            <a:ext cx="3474720" cy="184782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392528" y="5899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269584" y="3950948"/>
            <a:ext cx="3584448" cy="1957556"/>
          </a:xfrm>
          <a:prstGeom prst="roundRect">
            <a:avLst>
              <a:gd name="adj" fmla="val 2336"/>
            </a:avLst>
          </a:prstGeom>
          <a:solidFill>
            <a:srgbClr val="271A42"/>
          </a:solidFill>
          <a:ln w="15875">
            <a:solidFill>
              <a:srgbClr val="D17FE0"/>
            </a:solidFill>
            <a:prstDash val="solid"/>
          </a:ln>
        </p:spPr>
      </p:sp>
      <p:pic>
        <p:nvPicPr>
          <p:cNvPr id="19" name="Image 3" descr="fold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448" y="4005812"/>
            <a:ext cx="3474720" cy="184782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324448" y="5899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Folders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Versioning &amp; Recovery System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0"/>
            <a:ext cx="548640" cy="5486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-228600"/>
            <a:ext cx="1005840" cy="10058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-457200"/>
            <a:ext cx="1463040" cy="14630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-685800"/>
            <a:ext cx="1920240" cy="19202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84048"/>
            <a:ext cx="1965960" cy="347472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840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DATABASE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ER Diagram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database ER diagram (planned relational schema — not yet implemented).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4114800" cy="4069080"/>
          </a:xfrm>
          <a:prstGeom prst="roundRect">
            <a:avLst>
              <a:gd name="adj" fmla="val 2247"/>
            </a:avLst>
          </a:prstGeom>
          <a:solidFill>
            <a:srgbClr val="231A3C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22402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265176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to track ownership, files and their versions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link each file to a user, and each version to a file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can own many files; one file can have many versions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database integration — to be implemented next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35928" y="20116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271A42"/>
          </a:solidFill>
          <a:ln w="17780">
            <a:solidFill>
              <a:srgbClr val="4DD9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0520" y="210312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00520" y="2395728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(PK)   ·   Name   ·   Email   ·   Password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735928" y="34107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1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—— ↓ —— 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35928" y="3685032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271A42"/>
          </a:solidFill>
          <a:ln w="17780">
            <a:solidFill>
              <a:srgbClr val="D17F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0520" y="377647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1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00520" y="406908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File_ID (PK)   ·   File_Name   ·   File_Path   ·   Folder   ·   Version_Limit   ·   User_ID (FK)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735928" y="50840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1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—— ↓ —— 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35928" y="5358384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271A42"/>
          </a:solidFill>
          <a:ln w="17780">
            <a:solidFill>
              <a:srgbClr val="4DD9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00520" y="5449824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FILE_VERSION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00520" y="5742432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Version_ID (PK)   ·   File_ID (FK)   ·   Version_Number   ·   Modified_Date   ·   File_Size   ·   File_Path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Versioning &amp; Recovery System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0"/>
            <a:ext cx="548640" cy="5486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-228600"/>
            <a:ext cx="1005840" cy="10058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-457200"/>
            <a:ext cx="1463040" cy="14630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-685800"/>
            <a:ext cx="1920240" cy="19202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84048"/>
            <a:ext cx="1965960" cy="347472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840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DATABASE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2593696" y="1527048"/>
            <a:ext cx="7004304" cy="4718304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5875">
            <a:solidFill>
              <a:srgbClr val="4DD9C0"/>
            </a:solidFill>
            <a:prstDash val="solid"/>
          </a:ln>
        </p:spPr>
      </p:sp>
      <p:pic>
        <p:nvPicPr>
          <p:cNvPr id="10" name="Image 0" descr="er_diagra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848" y="1600200"/>
            <a:ext cx="6858000" cy="45720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Versioning &amp; Recovery System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0"/>
            <a:ext cx="548640" cy="5486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-228600"/>
            <a:ext cx="1005840" cy="10058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-457200"/>
            <a:ext cx="1463040" cy="14630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-685800"/>
            <a:ext cx="1920240" cy="19202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84048"/>
            <a:ext cx="1965960" cy="347472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840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DATABASE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 / Schema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MySQL schema — status: to be implemented.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4114800" cy="4069080"/>
          </a:xfrm>
          <a:prstGeom prst="roundRect">
            <a:avLst>
              <a:gd name="adj" fmla="val 1798"/>
            </a:avLst>
          </a:prstGeom>
          <a:solidFill>
            <a:srgbClr val="271A42"/>
          </a:solidFill>
          <a:ln w="15875">
            <a:solidFill>
              <a:srgbClr val="D17F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22219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Overview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2587752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User_ID, Name, Email, Password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File_ID, File_Name, File_Path, Folder, Version_Limit, User_ID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File_Version: Version_ID, File_ID, Version_Number, Modified_Date, File_Size, File_Path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368296"/>
          <a:ext cx="2468880" cy="1280160"/>
        </p:xfrm>
        <a:graphic>
          <a:graphicData uri="http://schemas.openxmlformats.org/drawingml/2006/table">
            <a:tbl>
              <a:tblPr/>
              <a:tblGrid>
                <a:gridCol w="1481328"/>
                <a:gridCol w="987552"/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User_ID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INT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Name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VARCHAR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Email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VARCHAR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Password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VARCHAR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763524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1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2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2368296"/>
          <a:ext cx="2468880" cy="1792224"/>
        </p:xfrm>
        <a:graphic>
          <a:graphicData uri="http://schemas.openxmlformats.org/drawingml/2006/table">
            <a:tbl>
              <a:tblPr/>
              <a:tblGrid>
                <a:gridCol w="1481328"/>
                <a:gridCol w="987552"/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File_ID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INT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File_Name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VARCHAR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File_Path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VARCHAR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Folder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VARCHAR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Version_Limit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INT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User_ID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INT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4937760" y="4251960"/>
            <a:ext cx="6796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File_Version</a:t>
            </a:r>
            <a:endParaRPr lang="en-US" sz="125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4562856"/>
          <a:ext cx="6796735" cy="1661160"/>
        </p:xfrm>
        <a:graphic>
          <a:graphicData uri="http://schemas.openxmlformats.org/drawingml/2006/table">
            <a:tbl>
              <a:tblPr/>
              <a:tblGrid>
                <a:gridCol w="4417878"/>
                <a:gridCol w="2378857"/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Version_ID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INT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File_ID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INT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Version_Number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INT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Modified_Date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DATETIME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File_Size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VARCHAR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File_Path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VARCHAR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</a:tbl>
          </a:graphicData>
        </a:graphic>
      </p:graphicFrame>
      <p:sp>
        <p:nvSpPr>
          <p:cNvPr id="19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Versioning &amp; Recovery System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0"/>
            <a:ext cx="548640" cy="5486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-228600"/>
            <a:ext cx="1005840" cy="10058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-457200"/>
            <a:ext cx="1463040" cy="14630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-685800"/>
            <a:ext cx="1920240" cy="19202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84048"/>
            <a:ext cx="1965960" cy="347472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840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DATABASE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Database Records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/ proposed records matching the data used in the frontend prototype.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03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Table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23160"/>
          <a:ext cx="5394960" cy="1274064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1554480"/>
                <a:gridCol w="640080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File_ID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File_Name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Folder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Current Version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Project_Report.docx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College Projects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Assignment.pdf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Assignments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Presentation.pptx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College Projects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12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6309360" y="2103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1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Table (sample)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423160"/>
          <a:ext cx="5394960" cy="1463040"/>
        </p:xfrm>
        <a:graphic>
          <a:graphicData uri="http://schemas.openxmlformats.org/drawingml/2006/table">
            <a:tbl>
              <a:tblPr/>
              <a:tblGrid>
                <a:gridCol w="1280160"/>
                <a:gridCol w="3017520"/>
                <a:gridCol w="1097280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Version_ID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A3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Project_Report.docx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V1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Project_Report.docx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V2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...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...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...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Project_Report.docx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3BAD6"/>
                          </a:solidFill>
                        </a:rPr>
                        <a:t>V7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42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57200" y="4892040"/>
            <a:ext cx="11277295" cy="960120"/>
          </a:xfrm>
          <a:prstGeom prst="roundRect">
            <a:avLst>
              <a:gd name="adj" fmla="val 7619"/>
            </a:avLst>
          </a:prstGeom>
          <a:solidFill>
            <a:srgbClr val="231A3C"/>
          </a:solidFill>
          <a:ln w="12700">
            <a:solidFill>
              <a:srgbClr val="4DD9C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4892040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currently generates 7 versions for Project_Report.docx, 3 for Assignment.pdf, and 12 for Presentation.pptx — matching the sample records above.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Versioning &amp; Recovery System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0"/>
            <a:ext cx="548640" cy="5486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-228600"/>
            <a:ext cx="1005840" cy="10058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-457200"/>
            <a:ext cx="1463040" cy="14630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-685800"/>
            <a:ext cx="1920240" cy="19202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84048"/>
            <a:ext cx="1965960" cy="347472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840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STATUS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271A42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17647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2128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Interface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2468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My Files, Recent Activity, Managed Folders, Settings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" y="29443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Management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94944" y="3200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file, open file, view file details, display file path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" y="36758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Management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94944" y="3931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version, view history &amp; details, compare versions, restore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" y="44074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Management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94944" y="4663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remove managed folders, display folder information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" y="51389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94944" y="5394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/ disable monitoring, set version limit, auto-remove oldest, change storage location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1600200"/>
            <a:ext cx="5468112" cy="4434840"/>
          </a:xfrm>
          <a:prstGeom prst="roundRect">
            <a:avLst>
              <a:gd name="adj" fmla="val 2062"/>
            </a:avLst>
          </a:prstGeom>
          <a:solidFill>
            <a:srgbClr val="271A42"/>
          </a:solidFill>
          <a:ln w="15875">
            <a:solidFill>
              <a:srgbClr val="D17F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01384" y="17647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1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To Be Implemented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01384" y="228600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integration</a:t>
            </a:r>
            <a:endParaRPr lang="en-US" sz="1200" dirty="0"/>
          </a:p>
          <a:p>
            <a:pPr marL="152400" indent="-1524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backend services</a:t>
            </a:r>
            <a:endParaRPr lang="en-US" sz="1200" dirty="0"/>
          </a:p>
          <a:p>
            <a:pPr marL="152400" indent="-1524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database connectivity</a:t>
            </a:r>
            <a:endParaRPr lang="en-US" sz="1200" dirty="0"/>
          </a:p>
          <a:p>
            <a:pPr marL="152400" indent="-1524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 storage</a:t>
            </a:r>
            <a:endParaRPr lang="en-US" sz="1200" dirty="0"/>
          </a:p>
          <a:p>
            <a:pPr marL="152400" indent="-1524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operating-system file monitoring (current build simulates file changes)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Versioning &amp; Recovery System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0"/>
            <a:ext cx="548640" cy="5486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-228600"/>
            <a:ext cx="1005840" cy="10058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-457200"/>
            <a:ext cx="1463040" cy="14630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-685800"/>
            <a:ext cx="1920240" cy="19202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84048"/>
            <a:ext cx="1965960" cy="347472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840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STATUS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/ Issues Faced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technical problems that come with building version management from scratch.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271A42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167128"/>
            <a:ext cx="310896" cy="310896"/>
          </a:xfrm>
          <a:prstGeom prst="roundRect">
            <a:avLst>
              <a:gd name="adj" fmla="val 17647"/>
            </a:avLst>
          </a:prstGeom>
          <a:ln w="15875">
            <a:solidFill>
              <a:srgbClr val="4DD9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14884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Management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569464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multiple versions of the same file and maintaining the correct version number.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51960" y="196596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271A42"/>
          </a:solidFill>
          <a:ln w="15875">
            <a:solidFill>
              <a:srgbClr val="D17F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53128" y="2167128"/>
            <a:ext cx="310896" cy="310896"/>
          </a:xfrm>
          <a:prstGeom prst="roundRect">
            <a:avLst>
              <a:gd name="adj" fmla="val 17647"/>
            </a:avLst>
          </a:prstGeom>
          <a:ln w="15875">
            <a:solidFill>
              <a:srgbClr val="D17F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53128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1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14884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Limit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07992" y="2569464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the maximum number of versions and removing the oldest once the autoRemove / maxVersions limit is exceeded.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196596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271A42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47888" y="2167128"/>
            <a:ext cx="310896" cy="310896"/>
          </a:xfrm>
          <a:prstGeom prst="roundRect">
            <a:avLst>
              <a:gd name="adj" fmla="val 17647"/>
            </a:avLst>
          </a:prstGeom>
          <a:ln w="15875">
            <a:solidFill>
              <a:srgbClr val="4DD9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47888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214884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Comparison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302752" y="2569464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two versions and identifying changes, using a line-based comparison algorithm for text-comparable files.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354580" y="402336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271A42"/>
          </a:solidFill>
          <a:ln w="15875">
            <a:solidFill>
              <a:srgbClr val="D17F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5748" y="4224528"/>
            <a:ext cx="310896" cy="310896"/>
          </a:xfrm>
          <a:prstGeom prst="roundRect">
            <a:avLst>
              <a:gd name="adj" fmla="val 17647"/>
            </a:avLst>
          </a:prstGeom>
          <a:ln w="15875">
            <a:solidFill>
              <a:srgbClr val="D17F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55748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1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994660" y="420624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Recovery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2610612" y="4626864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an older version while keeping it as a new version, rather than deleting the current history.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49340" y="402336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271A42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0508" y="4224528"/>
            <a:ext cx="310896" cy="310896"/>
          </a:xfrm>
          <a:prstGeom prst="roundRect">
            <a:avLst>
              <a:gd name="adj" fmla="val 17647"/>
            </a:avLst>
          </a:prstGeom>
          <a:ln w="15875">
            <a:solidFill>
              <a:srgbClr val="4DD9C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50508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789420" y="420624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File Monitoring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6405372" y="4626864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frontend simulates a monitored change ("Auto-detected edit") rather than watching real OS files.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Versioning &amp; Recovery System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0"/>
            <a:ext cx="548640" cy="5486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0207" y="-181217"/>
            <a:ext cx="1005840" cy="10058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-457200"/>
            <a:ext cx="1463040" cy="14630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-685800"/>
            <a:ext cx="1920240" cy="19202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84048"/>
            <a:ext cx="1965960" cy="347472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840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CLOSING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1277295" cy="4343400"/>
          </a:xfrm>
          <a:prstGeom prst="roundRect">
            <a:avLst>
              <a:gd name="adj" fmla="val 2105"/>
            </a:avLst>
          </a:prstGeom>
          <a:solidFill>
            <a:srgbClr val="231A3C"/>
          </a:solidFill>
          <a:ln w="15875">
            <a:solidFill>
              <a:srgbClr val="4DD9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965960"/>
            <a:ext cx="1063721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spcAft>
                <a:spcPts val="2000"/>
              </a:spcAft>
              <a:buSzPct val="100000"/>
              <a:buChar char="•"/>
            </a:pPr>
            <a:r>
              <a:rPr lang="en-US" sz="13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Versioning &amp; Recovery System prevents accidental data loss by keeping a full, browsable history of every file change instead of silently overwriting it.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2000"/>
              </a:spcAft>
              <a:buSzPct val="100000"/>
              <a:buChar char="•"/>
            </a:pPr>
            <a:r>
              <a:rPr lang="en-US" sz="13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completed frontend demonstrates the full versioning workflow end to end — creating, viewing, comparing and restoring versions.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2000"/>
              </a:spcAft>
              <a:buSzPct val="100000"/>
              <a:buChar char="•"/>
            </a:pPr>
            <a:r>
              <a:rPr lang="en-US" sz="13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limits and automatic cleanup keep storage under control without manual housekeeping.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2000"/>
              </a:spcAft>
              <a:buSzPct val="100000"/>
              <a:buChar char="•"/>
            </a:pPr>
            <a:r>
              <a:rPr lang="en-US" sz="1300" dirty="0">
                <a:solidFill>
                  <a:srgbClr val="C3B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phase connects this working frontend to a persistent Java + MySQL backend and real file-system monitoring.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Versioning &amp; Recovery System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9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0"/>
            <a:ext cx="548640" cy="5486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-228600"/>
            <a:ext cx="1005840" cy="10058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-457200"/>
            <a:ext cx="1463040" cy="14630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-685800"/>
            <a:ext cx="1920240" cy="1920240"/>
          </a:xfrm>
          <a:prstGeom prst="ellipse">
            <a:avLst/>
          </a:prstGeom>
          <a:ln w="12700">
            <a:solidFill>
              <a:srgbClr val="3A2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78892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94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D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Versioning and Recovery System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1432</Words>
  <Application>Microsoft Office PowerPoint</Application>
  <PresentationFormat>Custom</PresentationFormat>
  <Paragraphs>313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2026-09-18T08:15:35Z</dcterms:created>
  <dcterms:modified xsi:type="dcterms:W3CDTF">2026-09-18T08:17:39Z</dcterms:modified>
</cp:coreProperties>
</file>